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76" r:id="rId3"/>
    <p:sldId id="2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5" autoAdjust="0"/>
    <p:restoredTop sz="94660"/>
  </p:normalViewPr>
  <p:slideViewPr>
    <p:cSldViewPr>
      <p:cViewPr varScale="1">
        <p:scale>
          <a:sx n="76" d="100"/>
          <a:sy n="76" d="100"/>
        </p:scale>
        <p:origin x="120" y="213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6632" y="3067440"/>
            <a:ext cx="10058400" cy="1406237"/>
          </a:xfrm>
        </p:spPr>
        <p:txBody>
          <a:bodyPr>
            <a:noAutofit/>
          </a:bodyPr>
          <a:lstStyle/>
          <a:p>
            <a:r>
              <a:rPr lang="en-US" sz="4400" dirty="0"/>
              <a:t>Infrastructure Scaling: From Single Node to Ansible Cluster</a:t>
            </a:r>
            <a:endParaRPr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6632" y="4648200"/>
            <a:ext cx="10058400" cy="685800"/>
          </a:xfrm>
        </p:spPr>
        <p:txBody>
          <a:bodyPr/>
          <a:lstStyle/>
          <a:p>
            <a:r>
              <a:rPr lang="en-US" dirty="0"/>
              <a:t>Automated VM Cloning &amp; Pre-requisite Configuration for RHCE Lab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72AF-A4F9-48CF-BBAD-CB4E1794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57200"/>
            <a:ext cx="9144000" cy="6096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596C8-232B-4AD9-98B0-147E7A418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295400"/>
            <a:ext cx="9144000" cy="42672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Scale the Environment:  Clone the base RHEL 9.7 node into a 4-node cluster (Managed Nodes) to simulate a real-world enterprise environment.</a:t>
            </a:r>
          </a:p>
          <a:p>
            <a:pPr>
              <a:lnSpc>
                <a:spcPct val="150000"/>
              </a:lnSpc>
            </a:pPr>
            <a:r>
              <a:rPr lang="en-US" dirty="0"/>
              <a:t>Establish "</a:t>
            </a:r>
            <a:r>
              <a:rPr lang="en-US" dirty="0" err="1"/>
              <a:t>Passwordless</a:t>
            </a:r>
            <a:r>
              <a:rPr lang="en-US" dirty="0"/>
              <a:t>" Access: Set up SSH Key-based authentication from the Control Node to avoid manual password entry during Ansible execution.</a:t>
            </a:r>
          </a:p>
          <a:p>
            <a:pPr>
              <a:lnSpc>
                <a:spcPct val="150000"/>
              </a:lnSpc>
            </a:pPr>
            <a:r>
              <a:rPr lang="en-US" dirty="0"/>
              <a:t>Centralize Repository &amp; </a:t>
            </a:r>
            <a:r>
              <a:rPr lang="en-US" dirty="0" err="1"/>
              <a:t>Sudoers</a:t>
            </a:r>
            <a:r>
              <a:rPr lang="en-US" dirty="0"/>
              <a:t>: Use Ansible Ad-hoc commands to automate the repo mounting and </a:t>
            </a:r>
            <a:r>
              <a:rPr lang="en-US" dirty="0" err="1"/>
              <a:t>sudoer</a:t>
            </a:r>
            <a:r>
              <a:rPr lang="en-US" dirty="0"/>
              <a:t> permissions across all nodes in one go.</a:t>
            </a:r>
          </a:p>
          <a:p>
            <a:pPr>
              <a:lnSpc>
                <a:spcPct val="150000"/>
              </a:lnSpc>
            </a:pPr>
            <a:r>
              <a:rPr lang="en-US" dirty="0"/>
              <a:t>Ready for Exam Question 1: Verify the lab connectivity and ensure all nodes are "Ansible-ready" before we jump into the first exam task.</a:t>
            </a:r>
          </a:p>
        </p:txBody>
      </p:sp>
    </p:spTree>
    <p:extLst>
      <p:ext uri="{BB962C8B-B14F-4D97-AF65-F5344CB8AC3E}">
        <p14:creationId xmlns:p14="http://schemas.microsoft.com/office/powerpoint/2010/main" val="2419100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69188"/>
            <a:ext cx="9144000" cy="685800"/>
          </a:xfrm>
        </p:spPr>
        <p:txBody>
          <a:bodyPr/>
          <a:lstStyle/>
          <a:p>
            <a:r>
              <a:rPr lang="en-US" dirty="0"/>
              <a:t>Related Concepts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76A57-B753-4262-BAFA-DA34BA15535A}"/>
              </a:ext>
            </a:extLst>
          </p:cNvPr>
          <p:cNvSpPr txBox="1"/>
          <p:nvPr/>
        </p:nvSpPr>
        <p:spPr>
          <a:xfrm>
            <a:off x="723900" y="893088"/>
            <a:ext cx="105537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1. Linked clone: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dirty="0"/>
              <a:t>Definition: A copy of a virtual machine that shares the parent's virtual disk as a read-only base to record changes.</a:t>
            </a:r>
          </a:p>
          <a:p>
            <a:endParaRPr lang="en-US" sz="1600" dirty="0"/>
          </a:p>
          <a:p>
            <a:r>
              <a:rPr lang="en-US" sz="1600" dirty="0"/>
              <a:t>Lab Application: It allows me to deploy 4 managed nodes in seconds while saving disk space on my workstation.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u="sng" dirty="0"/>
              <a:t>2. Full clone: </a:t>
            </a:r>
          </a:p>
          <a:p>
            <a:endParaRPr lang="en-US" sz="1600" dirty="0"/>
          </a:p>
          <a:p>
            <a:r>
              <a:rPr lang="en-US" sz="1600" dirty="0"/>
              <a:t>Definition: A completely independent, 1:1 duplicate of a virtual machine with no dependency on the parent VM.</a:t>
            </a:r>
          </a:p>
          <a:p>
            <a:endParaRPr lang="en-US" sz="1600" dirty="0"/>
          </a:p>
          <a:p>
            <a:r>
              <a:rPr lang="en-US" sz="1600" dirty="0"/>
              <a:t>Lab Application: I only use this for my initial "Control Node" to ensure its data remains isolated and permanent.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b="1" u="sng" dirty="0"/>
              <a:t>3. </a:t>
            </a:r>
            <a:r>
              <a:rPr lang="en-US" sz="1600" b="1" u="sng" dirty="0" err="1"/>
              <a:t>ssh</a:t>
            </a:r>
            <a:r>
              <a:rPr lang="en-US" sz="1600" b="1" u="sng" dirty="0"/>
              <a:t>-key:</a:t>
            </a:r>
          </a:p>
          <a:p>
            <a:endParaRPr lang="en-US" sz="1600" dirty="0"/>
          </a:p>
          <a:p>
            <a:r>
              <a:rPr lang="en-US" sz="1600" dirty="0"/>
              <a:t>Definition: An asymmetric encryption method that uses a public-private key pair for secure, automated server login.</a:t>
            </a:r>
          </a:p>
          <a:p>
            <a:endParaRPr lang="en-US" sz="1600" dirty="0"/>
          </a:p>
          <a:p>
            <a:r>
              <a:rPr lang="en-US" sz="1600" dirty="0"/>
              <a:t>Lab Application: I will distribute the public key to all nodes to ensure Ansible can execute tasks without manual password entries.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42300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38</TotalTime>
  <Words>263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Candara</vt:lpstr>
      <vt:lpstr>Consolas</vt:lpstr>
      <vt:lpstr>Tech Computer 16x9</vt:lpstr>
      <vt:lpstr>Infrastructure Scaling: From Single Node to Ansible Cluster</vt:lpstr>
      <vt:lpstr>Objectives</vt:lpstr>
      <vt:lpstr>Related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User Edwin</dc:creator>
  <cp:lastModifiedBy>User Edwin</cp:lastModifiedBy>
  <cp:revision>9</cp:revision>
  <dcterms:created xsi:type="dcterms:W3CDTF">2026-04-07T08:43:19Z</dcterms:created>
  <dcterms:modified xsi:type="dcterms:W3CDTF">2026-04-07T09:21:56Z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